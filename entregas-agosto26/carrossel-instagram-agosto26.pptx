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embeddedFontLst>
    <p:embeddedFont>
      <p:font typeface="JetBrains Mono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Libre Baskerville"/>
      <p:regular r:id="rId22"/>
      <p:bold r:id="rId23"/>
      <p:italic r:id="rId24"/>
      <p:boldItalic r:id="rId25"/>
    </p:embeddedFont>
    <p:embeddedFont>
      <p:font typeface="Ubuntu Mono"/>
      <p:regular r:id="rId26"/>
      <p:bold r:id="rId27"/>
      <p:italic r:id="rId28"/>
      <p:boldItalic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JetBrainsMonoMedium-regular.fntdata"/><Relationship Id="rId15" Type="http://schemas.openxmlformats.org/officeDocument/2006/relationships/font" Target="fonts/JetBrainsMonoMedium-bold.fntdata"/><Relationship Id="rId16" Type="http://schemas.openxmlformats.org/officeDocument/2006/relationships/font" Target="fonts/JetBrainsMonoMedium-italic.fntdata"/><Relationship Id="rId17" Type="http://schemas.openxmlformats.org/officeDocument/2006/relationships/font" Target="fonts/JetBrainsMonoMedium-boldItalic.fntdata"/><Relationship Id="rId18" Type="http://schemas.openxmlformats.org/officeDocument/2006/relationships/font" Target="fonts/Urbanist-regular.fntdata"/><Relationship Id="rId19" Type="http://schemas.openxmlformats.org/officeDocument/2006/relationships/font" Target="fonts/Urbanist-bold.fntdata"/><Relationship Id="rId20" Type="http://schemas.openxmlformats.org/officeDocument/2006/relationships/font" Target="fonts/Urbanist-italic.fntdata"/><Relationship Id="rId21" Type="http://schemas.openxmlformats.org/officeDocument/2006/relationships/font" Target="fonts/Urbanist-boldItalic.fntdata"/><Relationship Id="rId22" Type="http://schemas.openxmlformats.org/officeDocument/2006/relationships/font" Target="fonts/LibreBaskerville-regular.fntdata"/><Relationship Id="rId23" Type="http://schemas.openxmlformats.org/officeDocument/2006/relationships/font" Target="fonts/LibreBaskerville-bold.fntdata"/><Relationship Id="rId24" Type="http://schemas.openxmlformats.org/officeDocument/2006/relationships/font" Target="fonts/LibreBaskerville-italic.fntdata"/><Relationship Id="rId25" Type="http://schemas.openxmlformats.org/officeDocument/2006/relationships/font" Target="fonts/LibreBaskerville-boldItalic.fntdata"/><Relationship Id="rId26" Type="http://schemas.openxmlformats.org/officeDocument/2006/relationships/font" Target="fonts/UbuntuMono-regular.fntdata"/><Relationship Id="rId27" Type="http://schemas.openxmlformats.org/officeDocument/2006/relationships/font" Target="fonts/UbuntuMono-bold.fntdata"/><Relationship Id="rId28" Type="http://schemas.openxmlformats.org/officeDocument/2006/relationships/font" Target="fonts/UbuntuMono-italic.fntdata"/><Relationship Id="rId29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image" Target="../media/image-1-1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2918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4400" dirty="0"/>
          </a:p>
        </p:txBody>
      </p:sp>
      <p:sp>
        <p:nvSpPr>
          <p:cNvPr id="55" name="Text 49"/>
          <p:cNvSpPr/>
          <p:nvPr/>
        </p:nvSpPr>
        <p:spPr>
          <a:xfrm>
            <a:off x="73152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edição</a:t>
            </a:r>
            <a:endParaRPr lang="en-US" sz="1600" dirty="0"/>
          </a:p>
        </p:txBody>
      </p:sp>
      <p:sp>
        <p:nvSpPr>
          <p:cNvPr id="56" name="Text 50"/>
          <p:cNvSpPr/>
          <p:nvPr/>
        </p:nvSpPr>
        <p:spPr>
          <a:xfrm>
            <a:off x="731520" y="5943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AGOSTO_26</a:t>
            </a:r>
            <a:endParaRPr lang="en-US" sz="30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2026-08-10T17:46:31Z</dcterms:created>
  <dcterms:modified xsi:type="dcterms:W3CDTF">2026-08-10T17:46:31Z</dcterms:modified>
</cp:coreProperties>
</file>