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6576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↖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749808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365760" y="9555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↙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7498080" y="9555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31520" y="329184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TRENDS</a:t>
            </a:r>
            <a:endParaRPr lang="en-US" sz="4400" dirty="0"/>
          </a:p>
        </p:txBody>
      </p:sp>
      <p:sp>
        <p:nvSpPr>
          <p:cNvPr id="55" name="Text 53"/>
          <p:cNvSpPr/>
          <p:nvPr/>
        </p:nvSpPr>
        <p:spPr>
          <a:xfrm>
            <a:off x="73152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edição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31520" y="5943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AGOSTO_26</a:t>
            </a:r>
            <a:endParaRPr lang="en-US" sz="3000" dirty="0"/>
          </a:p>
        </p:txBody>
      </p:sp>
      <p:pic>
        <p:nvPicPr>
          <p:cNvPr id="57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HIPER-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REALIDADE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40% dos jovens dizem que “é tudo real”, sem diferenciar o virtual do físico.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Buscas por IA para descobrir produtos cresceram 200% em 1 ano.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GERAÇÃO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RESSACA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64% dos brasileiros declararam não consumir álcool em 2025.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NEW-WAVE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SPORT FANDOM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em cada 4 novos fãs de Fórmula 1 são mulheres.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FF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20040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0350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651760" y="1188720"/>
            <a:ext cx="2926080" cy="640080"/>
          </a:xfrm>
          <a:prstGeom prst="ellipse">
            <a:avLst/>
          </a:prstGeom>
          <a:ln w="190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EXPERIÊNCIAS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i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TRANSFORMADORAS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694944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2120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88% das pessoas buscam hoje vivências com propósito.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9646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23760" y="9281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6576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↖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749808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365760" y="9555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↙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7498080" y="9555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↘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53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0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2026-08-10T13:26:09Z</dcterms:created>
  <dcterms:modified xsi:type="dcterms:W3CDTF">2026-08-10T13:26:09Z</dcterms:modified>
</cp:coreProperties>
</file>