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3317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862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406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951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4068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9516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8620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3172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8620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3172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8620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3172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8620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33172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8620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4068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9516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7724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33172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88620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4068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9516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685800"/>
            <a:ext cx="502920" cy="50292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731520" y="6400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3200" dirty="0"/>
          </a:p>
        </p:txBody>
      </p:sp>
      <p:pic>
        <p:nvPicPr>
          <p:cNvPr id="44" name="Image 1" descr="/home/user/data-manipulation-exercises/.claude/skills/arpejo-report-desdobramento/assets/arpejo-report-logo-all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4206240"/>
            <a:ext cx="5394960" cy="1617194"/>
          </a:xfrm>
          <a:prstGeom prst="rect">
            <a:avLst/>
          </a:prstGeom>
        </p:spPr>
      </p:pic>
      <p:pic>
        <p:nvPicPr>
          <p:cNvPr id="45" name="Image 2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8805672"/>
            <a:ext cx="292608" cy="29260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1234440" y="873252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 principais tendências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 agosto, no Report.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9360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hiper-realid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5029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7242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9278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9360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2400" dirty="0"/>
          </a:p>
        </p:txBody>
      </p:sp>
      <p:pic>
        <p:nvPicPr>
          <p:cNvPr id="11" name="Image 1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5029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7242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9278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9360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5029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7242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9278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44752"/>
            <a:ext cx="7406640" cy="2990088"/>
          </a:xfrm>
          <a:prstGeom prst="roundRect">
            <a:avLst>
              <a:gd name="adj" fmla="val 764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71907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2221992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30175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370332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000" dirty="0"/>
          </a:p>
        </p:txBody>
      </p:sp>
      <p:pic>
        <p:nvPicPr>
          <p:cNvPr id="13" name="Image 1" descr="/tmp/claude-0/-home-user-data-manipulation-exercises/f19acac8-ccb4-5197-8e49-c3b6029ad477/scratchpad/report-images/final/ig-sport-fando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4389120"/>
            <a:ext cx="822960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9360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1700" dirty="0"/>
          </a:p>
        </p:txBody>
      </p:sp>
      <p:pic>
        <p:nvPicPr>
          <p:cNvPr id="11" name="Image 1" descr="/tmp/claude-0/-home-user-data-manipulation-exercises/f19acac8-ccb4-5197-8e49-c3b6029ad477/scratchpad/report-images/final/ig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5029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7242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9278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2026-08-11T12:16:50Z</dcterms:created>
  <dcterms:modified xsi:type="dcterms:W3CDTF">2026-08-11T12:16:50Z</dcterms:modified>
</cp:coreProperties>
</file>