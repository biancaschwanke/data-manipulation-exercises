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9808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36576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749808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53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9808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36576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749808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53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2026-08-10T15:55:09Z</dcterms:created>
  <dcterms:modified xsi:type="dcterms:W3CDTF">2026-08-10T15:55:09Z</dcterms:modified>
</cp:coreProperties>
</file>