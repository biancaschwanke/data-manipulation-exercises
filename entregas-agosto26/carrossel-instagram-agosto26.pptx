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3317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862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406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951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4068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95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862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62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317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862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3172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8620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3172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8620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9516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7724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33172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8620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4068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9516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685800"/>
            <a:ext cx="502920" cy="5029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00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3200" dirty="0"/>
          </a:p>
        </p:txBody>
      </p:sp>
      <p:pic>
        <p:nvPicPr>
          <p:cNvPr id="44" name="Image 1" descr="..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4206240"/>
            <a:ext cx="5394960" cy="1617194"/>
          </a:xfrm>
          <a:prstGeom prst="rect">
            <a:avLst/>
          </a:prstGeom>
        </p:spPr>
      </p:pic>
      <p:pic>
        <p:nvPicPr>
          <p:cNvPr id="45" name="Image 2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805672"/>
            <a:ext cx="292608" cy="29260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234440" y="87325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principais tendências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 agosto, no Report.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2"/>
          <a:srcRect l="0" r="0" t="25676" b="25676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Filtros, avatares e IA generativa já fazem parte de como essa geração se relaciona, compra e se expressa — sem hierarquia entre o que é “real” e o que é digital.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400" dirty="0"/>
          </a:p>
        </p:txBody>
      </p:sp>
      <p:pic>
        <p:nvPicPr>
          <p:cNvPr id="11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3222" b="3222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como ChatGPT e Perplexity viraram ponto de partida de pesquisa antes da compra — estar bem descrito nelas já pesa tanto quanto estar bem posicionado no Google.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2"/>
          <a:srcRect l="0" r="0" t="25676" b="25676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Drinks sem álcool, cervejas 0% e rótulos funcionais deixaram de ser exceção em bares e festas pra virar parte do cardápio padrão.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44752"/>
            <a:ext cx="7406640" cy="3858768"/>
          </a:xfrm>
          <a:prstGeom prst="roundRect">
            <a:avLst>
              <a:gd name="adj" fmla="val 592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1907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221992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3017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749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chega pela moda, pelos bastidores e pelas redes — e está redesenhando como marcas de esporte se comunicam e com quem.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46634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000" dirty="0"/>
          </a:p>
        </p:txBody>
      </p:sp>
      <p:pic>
        <p:nvPicPr>
          <p:cNvPr id="14" name="Image 1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2"/>
          <a:srcRect l="0" r="0" t="25556" b="25556"/>
          <a:stretch/>
        </p:blipFill>
        <p:spPr>
          <a:xfrm>
            <a:off x="0" y="52578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1700" dirty="0"/>
          </a:p>
        </p:txBody>
      </p:sp>
      <p:pic>
        <p:nvPicPr>
          <p:cNvPr id="11" name="Image 1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2"/>
          <a:srcRect l="0" r="0" t="25676" b="25676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Retiros, jornadas de autoconhecimento e produtos com propósito de virada de chave ganham espaço à frente do consumo só por status.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..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2026-08-11T13:54:08Z</dcterms:created>
  <dcterms:modified xsi:type="dcterms:W3CDTF">2026-08-11T13:54:08Z</dcterms:modified>
</cp:coreProperties>
</file>