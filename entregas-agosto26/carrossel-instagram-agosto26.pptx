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49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0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937760"/>
            <a:ext cx="8229600" cy="5349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685800"/>
            <a:ext cx="2926080" cy="5943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685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500" dirty="0"/>
          </a:p>
        </p:txBody>
      </p:sp>
      <p:pic>
        <p:nvPicPr>
          <p:cNvPr id="8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858164"/>
            <a:ext cx="249631" cy="24963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371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2606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356616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008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000" dirty="0"/>
          </a:p>
        </p:txBody>
      </p:sp>
      <p:pic>
        <p:nvPicPr>
          <p:cNvPr id="13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42793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5349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20040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3504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6035040"/>
            <a:ext cx="2926080" cy="59436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6035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500" dirty="0"/>
          </a:p>
        </p:txBody>
      </p:sp>
      <p:pic>
        <p:nvPicPr>
          <p:cNvPr id="8" name="Image 1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6207404"/>
            <a:ext cx="249631" cy="24963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67208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79552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891540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0080" y="9692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000" dirty="0"/>
          </a:p>
        </p:txBody>
      </p:sp>
      <p:pic>
        <p:nvPicPr>
          <p:cNvPr id="13" name="Image 2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62863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937760"/>
            <a:ext cx="8229600" cy="5349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685800"/>
            <a:ext cx="2926080" cy="59436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685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500" dirty="0"/>
          </a:p>
        </p:txBody>
      </p:sp>
      <p:pic>
        <p:nvPicPr>
          <p:cNvPr id="8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858164"/>
            <a:ext cx="249631" cy="24963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371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2606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356616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008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000" dirty="0"/>
          </a:p>
        </p:txBody>
      </p:sp>
      <p:pic>
        <p:nvPicPr>
          <p:cNvPr id="13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42793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8229600" cy="5349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20040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3504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6035040"/>
            <a:ext cx="2926080" cy="5943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6035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500" dirty="0"/>
          </a:p>
        </p:txBody>
      </p:sp>
      <p:pic>
        <p:nvPicPr>
          <p:cNvPr id="8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6207404"/>
            <a:ext cx="249631" cy="24963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67208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79552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891540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0080" y="9692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000" dirty="0"/>
          </a:p>
        </p:txBody>
      </p:sp>
      <p:pic>
        <p:nvPicPr>
          <p:cNvPr id="13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962863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937760"/>
            <a:ext cx="8229600" cy="5349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685800"/>
            <a:ext cx="2926080" cy="5943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685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500" dirty="0"/>
          </a:p>
        </p:txBody>
      </p:sp>
      <p:pic>
        <p:nvPicPr>
          <p:cNvPr id="8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858164"/>
            <a:ext cx="249631" cy="24963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371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640080" y="2606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356616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008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000" dirty="0"/>
          </a:p>
        </p:txBody>
      </p:sp>
      <p:pic>
        <p:nvPicPr>
          <p:cNvPr id="13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223760" y="42793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2026-08-11T11:41:19Z</dcterms:created>
  <dcterms:modified xsi:type="dcterms:W3CDTF">2026-08-11T11:41:19Z</dcterms:modified>
</cp:coreProperties>
</file>