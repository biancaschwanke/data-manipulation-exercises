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image" Target="../media/image-1-1.png"/><Relationship Id="rId4" Type="http://schemas.openxmlformats.org/officeDocument/2006/relationships/image" Target="../media/image-1-1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50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51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0040"/>
            <a:ext cx="292608" cy="292608"/>
          </a:xfrm>
          <a:prstGeom prst="rect">
            <a:avLst/>
          </a:prstGeom>
        </p:spPr>
      </p:pic>
      <p:pic>
        <p:nvPicPr>
          <p:cNvPr id="52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9674352"/>
            <a:ext cx="292608" cy="292608"/>
          </a:xfrm>
          <a:prstGeom prst="rect">
            <a:avLst/>
          </a:prstGeom>
        </p:spPr>
      </p:pic>
      <p:pic>
        <p:nvPicPr>
          <p:cNvPr id="53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16952" y="9674352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1520" y="329184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CONSUMER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4400" dirty="0"/>
          </a:p>
        </p:txBody>
      </p:sp>
      <p:sp>
        <p:nvSpPr>
          <p:cNvPr id="55" name="Text 49"/>
          <p:cNvSpPr/>
          <p:nvPr/>
        </p:nvSpPr>
        <p:spPr>
          <a:xfrm>
            <a:off x="73152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edição</a:t>
            </a:r>
            <a:endParaRPr lang="en-US" sz="1600" dirty="0"/>
          </a:p>
        </p:txBody>
      </p:sp>
      <p:sp>
        <p:nvSpPr>
          <p:cNvPr id="56" name="Text 50"/>
          <p:cNvSpPr/>
          <p:nvPr/>
        </p:nvSpPr>
        <p:spPr>
          <a:xfrm>
            <a:off x="731520" y="59436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AGOSTO_26</a:t>
            </a:r>
            <a:endParaRPr lang="en-US" sz="3000" dirty="0"/>
          </a:p>
        </p:txBody>
      </p:sp>
      <p:pic>
        <p:nvPicPr>
          <p:cNvPr id="57" name="Image 4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1A1A1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ou offline? Pra Geração Z, já não faz diferença.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40% dos jovens dizem que “é tudo real”, sem diferenciar o virtual do físico.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AGENTIC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SEARCH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marca já apareceu numa resposta de IA hoje?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Buscas por IA para descobrir produtos cresceram 200% em 1 ano.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SEM RESSACA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 menos virou parte da experiência — não o fim dela.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64% dos brasileiros declararam não consumir álcool em 2025.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SPORT FANDOM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1A1A1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esporte tem uma nova torcida: jovem, feminina e apaixonada por estilo.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em cada 4 novos fãs de Fórmula 1 são mulheres.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TRANSFORMADORAS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não vendem mais momentos. Vendem transformação.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88% das pessoas buscam hoje vivências com propósito.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50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51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0040"/>
            <a:ext cx="292608" cy="292608"/>
          </a:xfrm>
          <a:prstGeom prst="rect">
            <a:avLst/>
          </a:prstGeom>
        </p:spPr>
      </p:pic>
      <p:pic>
        <p:nvPicPr>
          <p:cNvPr id="52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9674352"/>
            <a:ext cx="292608" cy="292608"/>
          </a:xfrm>
          <a:prstGeom prst="rect">
            <a:avLst/>
          </a:prstGeom>
        </p:spPr>
      </p:pic>
      <p:pic>
        <p:nvPicPr>
          <p:cNvPr id="53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16952" y="9674352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1520" y="34747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Esse é só um recorte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do nosso .report mensal.</a:t>
            </a:r>
            <a:endParaRPr lang="en-US" sz="3000" dirty="0"/>
          </a:p>
        </p:txBody>
      </p:sp>
      <p:sp>
        <p:nvSpPr>
          <p:cNvPr id="55" name="Text 49"/>
          <p:cNvSpPr/>
          <p:nvPr/>
        </p:nvSpPr>
        <p:spPr>
          <a:xfrm>
            <a:off x="731520" y="54864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 receber a análise completa de tendências,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novidades de plataformas e comportamento do consumidor,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mês?</a:t>
            </a:r>
            <a:endParaRPr lang="en-US" sz="1500" dirty="0"/>
          </a:p>
        </p:txBody>
      </p:sp>
      <p:sp>
        <p:nvSpPr>
          <p:cNvPr id="56" name="Text 50"/>
          <p:cNvSpPr/>
          <p:nvPr/>
        </p:nvSpPr>
        <p:spPr>
          <a:xfrm>
            <a:off x="731520" y="7315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Fala com a gente → @arpejo</a:t>
            </a:r>
            <a:endParaRPr lang="en-US" sz="1600" dirty="0"/>
          </a:p>
        </p:txBody>
      </p:sp>
      <p:pic>
        <p:nvPicPr>
          <p:cNvPr id="57" name="Image 4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2026-08-10T17:46:31Z</dcterms:created>
  <dcterms:modified xsi:type="dcterms:W3CDTF">2026-08-10T17:46:31Z</dcterms:modified>
</cp:coreProperties>
</file>