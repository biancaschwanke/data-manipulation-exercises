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1460175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65760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460175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pic>
        <p:nvPicPr>
          <p:cNvPr id="66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67" name="Text 64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68" name="Text 65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solidFill>
            <a:srgbClr val="DAFF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HIPER-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hiper-realidade, online ou offline, o que conta é a experiência.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737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889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8920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951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98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1498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889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982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498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737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88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40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95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498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7373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889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404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920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467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0982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1498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5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737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889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8404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920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436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951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0467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0982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58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7373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7889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404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920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9436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9951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467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0982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1498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PagueVeloz — Dia dos Pais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Equatorial — Dia dos Pais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972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Campanhas de Dia dos Pais assinadas pela Arpejo em agosto/26.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1460175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65760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460175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67" name="Text 65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68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2026-08-10T13:26:09Z</dcterms:created>
  <dcterms:modified xsi:type="dcterms:W3CDTF">2026-08-10T13:26:09Z</dcterms:modified>
</cp:coreProperties>
</file>