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9" name="Text 1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20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453" y="14008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solidFill>
            <a:srgbClr val="DAFF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 hiper-realidade, online ou offline, o que conta é a experiência.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pic>
        <p:nvPicPr>
          <p:cNvPr id="11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30" y="2616098"/>
            <a:ext cx="345643" cy="34564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  <p:pic>
        <p:nvPicPr>
          <p:cNvPr id="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30" y="3896258"/>
            <a:ext cx="345643" cy="3456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972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pic>
        <p:nvPicPr>
          <p:cNvPr id="7" name="Image 0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8" name="Text 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9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