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9" name="Text 1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20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453" y="14008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solidFill>
            <a:srgbClr val="DAFF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 hiper-realidade, online ou offline, o que conta é a experiência.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pic>
        <p:nvPicPr>
          <p:cNvPr id="11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transformamos fachadas de comércio em homenagens aos pais que apoiaram o sonho de três empreendedores em São Paulo e Campinas.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 só acendem uma palavra quando a pessoa termina de contar o que herdou do pai — não na aparência, na atitude.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5394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pic>
        <p:nvPicPr>
          <p:cNvPr id="7" name="Image 0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8" name="Text 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9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2026-08-10T18:25:29Z</dcterms:created>
  <dcterms:modified xsi:type="dcterms:W3CDTF">2026-08-10T18:25:29Z</dcterms:modified>
</cp:coreProperties>
</file>