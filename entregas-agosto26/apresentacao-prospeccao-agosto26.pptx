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803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319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834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381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897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931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89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803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897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2412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834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350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0866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2412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8288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8803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9319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834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350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91897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02412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1460175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365760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1460175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pic>
        <p:nvPicPr>
          <p:cNvPr id="66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48" y="2377440"/>
            <a:ext cx="3657600" cy="1096403"/>
          </a:xfrm>
          <a:prstGeom prst="rect">
            <a:avLst/>
          </a:prstGeom>
        </p:spPr>
      </p:pic>
      <p:sp>
        <p:nvSpPr>
          <p:cNvPr id="67" name="Text 64"/>
          <p:cNvSpPr/>
          <p:nvPr/>
        </p:nvSpPr>
        <p:spPr>
          <a:xfrm>
            <a:off x="2438248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Inteligência de mercado a serviço da sua marca.</a:t>
            </a:r>
            <a:endParaRPr lang="en-US" sz="2200" dirty="0"/>
          </a:p>
        </p:txBody>
      </p:sp>
      <p:sp>
        <p:nvSpPr>
          <p:cNvPr id="68" name="Text 65"/>
          <p:cNvSpPr/>
          <p:nvPr/>
        </p:nvSpPr>
        <p:spPr>
          <a:xfrm>
            <a:off x="3352648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apresentação de prospecção _ agosto_26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97298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834640"/>
            <a:ext cx="3454298" cy="2926080"/>
          </a:xfrm>
          <a:prstGeom prst="roundRect">
            <a:avLst>
              <a:gd name="adj" fmla="val 3750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7357" y="3063240"/>
            <a:ext cx="29970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17357" y="3977640"/>
            <a:ext cx="29970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 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2377440" cy="73152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está redefinindo a descoberta de produtos.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6400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(Agentic Search) como primeiro passo para descobrir produtos cresceu 200% em um ano. Em vez de pesquisar no Google ou acessar o site de uma marca, consumidores estão começando suas conversas com assistentes de IA, redes sociais e aplicativos.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afirmam que a IA elevou as expectativas dos consumidores, mas apenas 28% das empresas já utilizam IA agentiva — a adoção das marcas ainda está atrás do comportamento dos consumidores.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0" y="219456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que isso significa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0" y="33832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sua marca não é encontrada — ou não é bem descrita — dentro de uma conversa de IA, ela simplesmente não existe na nova jornada de compra.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5120640" cy="4480560"/>
          </a:xfrm>
          <a:prstGeom prst="roundRect">
            <a:avLst>
              <a:gd name="adj" fmla="val 3061"/>
            </a:avLst>
          </a:prstGeom>
          <a:solidFill>
            <a:srgbClr val="DAFF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63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22222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 hiper-realidade, online ou offline, o que conta é a experiência.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0" y="13716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apenas nas telas e passou a moldar a vida real. A fronteira entre o que é online e offline está desaparecendo, especialmente para a Geração Z. Hoje, 40% dos jovens afirmam que “é tudo real”, sem diferenciar experiências virtuais das físicas.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4343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é a experiência que a marca proporciona.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SOMOS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 Adicionar aqui o posicionamento oficial da Arpejo — quem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vocês são, para quem trabalham e o que os diferencia.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é um placeholder deliberado: o report não traz copy institucional da agência, então preferimos deixar em aberto a preencher com a Bianca do que inventar posicionamento.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QUE FAZEMOS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Estratégia 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13684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96564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Criação e campanhas 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1608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Mídia 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3771" y="201168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651" y="2286000"/>
            <a:ext cx="21335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Inteligência de mercado 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preencher com o portfólio real de serviços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737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889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40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8920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951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98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1498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889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404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9516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9828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4984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737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88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40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95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1498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58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73736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8892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8404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920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4360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4672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09828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1498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5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737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889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8404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920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436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951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04672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0982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4984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580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73736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78892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404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89204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94360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99516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04672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90982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14984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97280" y="5120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9144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está vendo agora — leitura de tendências de consumo, novidades de plataformas e cases que inspiram — é o nosso .report: um relatório proprietário que produzimos todo mês para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77295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TRABALHAMOS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13684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96564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96564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61608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3771" y="2377440"/>
            <a:ext cx="2499284" cy="164592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651" y="251460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651" y="2971800"/>
            <a:ext cx="21335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ajustar etapas ao processo real da Arpejo.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8803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319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834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3504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3816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8972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0" y="594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288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3504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3816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2412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803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9319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8660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8972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8803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866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381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897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24128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772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8288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9834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0350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0866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13816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972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24128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8288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8803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9319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9834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3504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13816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918972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0241280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1460175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365760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11460175" y="6126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67" name="Text 65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contato@ / site / whatsapp — preencher ]</a:t>
            </a:r>
            <a:endParaRPr lang="en-US" sz="1300" dirty="0"/>
          </a:p>
        </p:txBody>
      </p:sp>
      <p:pic>
        <p:nvPicPr>
          <p:cNvPr id="68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2026-08-10T15:55:09Z</dcterms:created>
  <dcterms:modified xsi:type="dcterms:W3CDTF">2026-08-10T15:55:09Z</dcterms:modified>
</cp:coreProperties>
</file>