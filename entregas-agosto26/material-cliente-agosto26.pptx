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9" name="Text 1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pic>
        <p:nvPicPr>
          <p:cNvPr id="9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6635" y="2334463"/>
            <a:ext cx="268834" cy="2688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pic>
        <p:nvPicPr>
          <p:cNvPr id="14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733" y="2334463"/>
            <a:ext cx="268834" cy="2688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7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pic>
        <p:nvPicPr>
          <p:cNvPr id="1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832" y="2334463"/>
            <a:ext cx="268834" cy="2688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pic>
        <p:nvPicPr>
          <p:cNvPr id="21" name="Image 3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6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30" y="2616098"/>
            <a:ext cx="345643" cy="34564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600" dirty="0"/>
          </a:p>
        </p:txBody>
      </p:sp>
      <p:pic>
        <p:nvPicPr>
          <p:cNvPr id="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730" y="3896258"/>
            <a:ext cx="345643" cy="3456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2026-08-10T17:46:31Z</dcterms:created>
  <dcterms:modified xsi:type="dcterms:W3CDTF">2026-08-10T17:46:31Z</dcterms:modified>
</cp:coreProperties>
</file>