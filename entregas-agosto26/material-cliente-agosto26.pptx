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eyFpkQ5I" TargetMode="External"/><Relationship Id="rId5" Type="http://schemas.openxmlformats.org/officeDocument/2006/relationships/hyperlink" Target="https://www.youtube.com/watch?v=Qu7DKe6zZfE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9" name="Text 1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pic>
        <p:nvPicPr>
          <p:cNvPr id="9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6635" y="2334463"/>
            <a:ext cx="268834" cy="2688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pic>
        <p:nvPicPr>
          <p:cNvPr id="14" name="Image 1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733" y="2334463"/>
            <a:ext cx="268834" cy="2688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7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pic>
        <p:nvPicPr>
          <p:cNvPr id="19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832" y="2334463"/>
            <a:ext cx="268834" cy="2688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pic>
        <p:nvPicPr>
          <p:cNvPr id="21" name="Image 3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10" r="10" t="0" b="0"/>
          <a:stretch/>
        </p:blipFill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client-experiencias-transformadoras.jpg">    </p:cNvPr>
          <p:cNvPicPr>
            <a:picLocks noChangeAspect="1"/>
          </p:cNvPicPr>
          <p:nvPr/>
        </p:nvPicPr>
        <p:blipFill>
          <a:blip r:embed="rId2"/>
          <a:srcRect l="10" r="10" t="0" b="0"/>
          <a:stretch/>
        </p:blipFill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10" r="10" t="0" b="0"/>
          <a:stretch/>
        </p:blipFill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client-sem-ressaca.jpg">    </p:cNvPr>
          <p:cNvPicPr>
            <a:picLocks noChangeAspect="1"/>
          </p:cNvPicPr>
          <p:nvPr/>
        </p:nvPicPr>
        <p:blipFill>
          <a:blip r:embed="rId2"/>
          <a:srcRect l="10" r="10" t="0" b="0"/>
          <a:stretch/>
        </p:blipFill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364328" cy="73152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500" dirty="0"/>
          </a:p>
        </p:txBody>
      </p:sp>
      <p:pic>
        <p:nvPicPr>
          <p:cNvPr id="6" name="Image 1" descr="/tmp/claude-0/-home-user-data-manipulation-exercises/f19acac8-ccb4-5197-8e49-c3b6029ad477/scratchpad/texture-check/asset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901" y="14923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fachadas de comércio em São Paulo e Campinas viram homenagens aos pais que apoiaram o sonho de três empreendedores. Desdobra em pílulas de conteúdo dinâmico nas redes.</a:t>
            </a:r>
            <a:endParaRPr lang="en-US" sz="1250" dirty="0"/>
          </a:p>
        </p:txBody>
      </p:sp>
      <p:sp>
        <p:nvSpPr>
          <p:cNvPr id="8" name="Text 4">
            <a:hlinkClick r:id="rId3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280160"/>
            <a:ext cx="5364328" cy="7315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78728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500" dirty="0"/>
          </a:p>
        </p:txBody>
      </p:sp>
      <p:pic>
        <p:nvPicPr>
          <p:cNvPr id="11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7988" y="149230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78728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circulação: um entrevistador pergunta em que a pessoa se parece com o pai — não fisicamente. Ao terminar de contar, uma palavra se acende no reflexo.</a:t>
            </a:r>
            <a:endParaRPr lang="en-US" sz="1250" dirty="0"/>
          </a:p>
        </p:txBody>
      </p:sp>
      <p:sp>
        <p:nvSpPr>
          <p:cNvPr id="13" name="Text 8">
            <a:hlinkClick r:id="rId5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pic>
        <p:nvPicPr>
          <p:cNvPr id="11" name="Image 1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pic>
        <p:nvPicPr>
          <p:cNvPr id="16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pic>
        <p:nvPicPr>
          <p:cNvPr id="11" name="Image 1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16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2026-08-11T13:55:21Z</dcterms:created>
  <dcterms:modified xsi:type="dcterms:W3CDTF">2026-08-11T13:55:21Z</dcterms:modified>
</cp:coreProperties>
</file>